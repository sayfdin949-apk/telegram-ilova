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نُ</a:t>
            </a:r>
          </a:p>
          <a:p>
            <a:r>
              <a:t>Muhammadamin</a:t>
            </a:r>
          </a:p>
          <a:p>
            <a:r>
              <a:t>Fonetika kursi</a:t>
            </a:r>
          </a:p>
          <a:p>
            <a:r>
              <a:t>DIZAYN TAQDIMOTI · 2026-OKTABR</a:t>
            </a:r>
          </a:p>
          <a:p>
            <a:r>
              <a:t>Telegram ilova</a:t>
            </a:r>
          </a:p>
          <a:p/>
          <a:p>
            <a:r>
              <a:t>Talabalar boti va xodimlar boti: fonetika kursi Telegram ichida, boshqaruv esa bitta tugmada.</a:t>
            </a:r>
          </a:p>
          <a:p/>
          <a:p>
            <a:r>
              <a:t>36 dars · jonli taqdimotlar</a:t>
            </a:r>
          </a:p>
          <a:p>
            <a:r>
              <a:t>Bir darsda bir nechta video</a:t>
            </a:r>
          </a:p>
          <a:p>
            <a:r>
              <a:t>Darslar ketma-ket ochiladi</a:t>
            </a:r>
          </a:p>
          <a:p>
            <a:r>
              <a:t>Mashqlar, ball, reyting</a:t>
            </a:r>
          </a:p>
          <a:p>
            <a:r>
              <a:t>4 ko'rinish</a:t>
            </a:r>
          </a:p>
          <a:p>
            <a:r>
              <a:t>Rollar: CEO, admin, ustoz, assistent</a:t>
            </a:r>
          </a:p>
          <a:p>
            <a:r>
              <a:t>Talabalar boti</a:t>
            </a:r>
          </a:p>
          <a:p/>
          <a:p>
            <a:r>
              <a:t>Mini App: darslar, video, mashq, reyting, profil.</a:t>
            </a:r>
          </a:p>
          <a:p/>
          <a:p>
            <a:r>
              <a:t>Xodimlar boti</a:t>
            </a:r>
          </a:p>
          <a:p/>
          <a:p>
            <a:r>
              <a:t>Statistika, kurs boshqaruvi, o'quvchilar, demo panellar.</a:t>
            </a:r>
          </a:p>
          <a:p/>
          <a:p>
            <a:r>
              <a:t>نُ</a:t>
            </a:r>
          </a:p>
          <a:p>
            <a:r>
              <a:t>Muhammadamin · Telegram ilova</a:t>
            </a:r>
          </a:p>
          <a:p>
            <a:r>
              <a:t>01 /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TALABA ILOVASI · BOSH EKRAN</a:t>
            </a:r>
          </a:p>
          <a:p>
            <a:r>
              <a:t>Bitta ilova — to'rt xil ko'rinish</a:t>
            </a:r>
          </a:p>
          <a:p/>
          <a:p>
            <a:r>
              <a:t>O'quvchi birinchi kirishda uslubni (O'yinli yoki Shisha) va rejimni (Kunduzgi, Tungi yoki Avto) tanlaydi. Keyin Profil bo'limida istalgan payt o'zgartiradi.</a:t>
            </a:r>
          </a:p>
          <a:p/>
          <a:p>
            <a:r>
              <a:t>O'yinli · kunduzgi</a:t>
            </a:r>
          </a:p>
          <a:p>
            <a:r>
              <a:t>O'yinli · tungi</a:t>
            </a:r>
          </a:p>
          <a:p>
            <a:r>
              <a:t>Shisha · kunduzgi</a:t>
            </a:r>
          </a:p>
          <a:p>
            <a:r>
              <a:t>Shisha · tungi</a:t>
            </a:r>
          </a:p>
          <a:p>
            <a:r>
              <a:t>نُ</a:t>
            </a:r>
          </a:p>
          <a:p>
            <a:r>
              <a:t>Muhammadamin · Telegram ilova</a:t>
            </a:r>
          </a:p>
          <a:p>
            <a:r>
              <a:t>02 /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1-KO'RINISH</a:t>
            </a:r>
          </a:p>
          <a:p>
            <a:r>
              <a:t>O'yinli · kunduzgi</a:t>
            </a:r>
          </a:p>
          <a:p>
            <a:r>
              <a:t>Duolingo uslubidagi yo'l xaritasi</a:t>
            </a:r>
          </a:p>
          <a:p/>
          <a:p>
            <a:r>
              <a:t>Nunito shrifti, qalin 3D tugmalar, seriya, ball va kunlik maqsad. Har qism o'z rangida.</a:t>
            </a:r>
          </a:p>
          <a:p/>
          <a:p>
            <a:r>
              <a:t>Darslar asl HTML taqdimot ko'rinishida: bosilganda keyingi qism ochiladi.</a:t>
            </a:r>
          </a:p>
          <a:p>
            <a:r>
              <a:t>To'liq ekran va telefonni yotqizish rejimi.</a:t>
            </a:r>
          </a:p>
          <a:p>
            <a:r>
              <a:t>Darslar ketma-ket: oldingi dars tugagach keyingisi darhol ochiladi.</a:t>
            </a:r>
          </a:p>
          <a:p>
            <a:r>
              <a:t>Har yangi slayd +1, dars +20, har video +30 ball.</a:t>
            </a:r>
          </a:p>
          <a:p>
            <a:r>
              <a:t>Bosh</a:t>
            </a:r>
          </a:p>
          <a:p>
            <a:r>
              <a:t>Darslar</a:t>
            </a:r>
          </a:p>
          <a:p>
            <a:r>
              <a:t>Dars: jonli taqdimot</a:t>
            </a:r>
          </a:p>
          <a:p>
            <a:r>
              <a:t>Mashq</a:t>
            </a:r>
          </a:p>
          <a:p>
            <a:r>
              <a:t>نُ</a:t>
            </a:r>
          </a:p>
          <a:p>
            <a:r>
              <a:t>Muhammadamin · Telegram ilova</a:t>
            </a:r>
          </a:p>
          <a:p>
            <a:r>
              <a:t>03 /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2-KO'RINISH</a:t>
            </a:r>
          </a:p>
          <a:p>
            <a:r>
              <a:t>O'yinli · tungi</a:t>
            </a:r>
          </a:p>
          <a:p>
            <a:r>
              <a:t>Xuddi shu o'yin, tungi ranglarda</a:t>
            </a:r>
          </a:p>
          <a:p/>
          <a:p>
            <a:r>
              <a:t>Ko'zni charchatmaydigan to'q fon; yashil, sariq va ko'k aksentlar saqlanadi.</a:t>
            </a:r>
          </a:p>
          <a:p/>
          <a:p>
            <a:r>
              <a:t>Darslar asl HTML taqdimot ko'rinishida: bosilganda keyingi qism ochiladi.</a:t>
            </a:r>
          </a:p>
          <a:p>
            <a:r>
              <a:t>To'liq ekran va telefonni yotqizish rejimi.</a:t>
            </a:r>
          </a:p>
          <a:p>
            <a:r>
              <a:t>Darslar ketma-ket: oldingi dars tugagach keyingisi darhol ochiladi.</a:t>
            </a:r>
          </a:p>
          <a:p>
            <a:r>
              <a:t>Har yangi slayd +1, dars +20, har video +30 ball.</a:t>
            </a:r>
          </a:p>
          <a:p>
            <a:r>
              <a:t>Bosh</a:t>
            </a:r>
          </a:p>
          <a:p>
            <a:r>
              <a:t>Darslar</a:t>
            </a:r>
          </a:p>
          <a:p>
            <a:r>
              <a:t>Dars: jonli taqdimot</a:t>
            </a:r>
          </a:p>
          <a:p>
            <a:r>
              <a:t>Mashq</a:t>
            </a:r>
          </a:p>
          <a:p>
            <a:r>
              <a:t>نُ</a:t>
            </a:r>
          </a:p>
          <a:p>
            <a:r>
              <a:t>Muhammadamin · Telegram ilova</a:t>
            </a:r>
          </a:p>
          <a:p>
            <a:r>
              <a:t>04 /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3-KO'RINISH</a:t>
            </a:r>
          </a:p>
          <a:p>
            <a:r>
              <a:t>Shisha · kunduzgi</a:t>
            </a:r>
          </a:p>
          <a:p>
            <a:r>
              <a:t>Tinch, zamonaviy shisha kartalar</a:t>
            </a:r>
          </a:p>
          <a:p/>
          <a:p>
            <a:r>
              <a:t>Be Vietnam Pro shrifti, progress halqalari, yarim shaffof kartalar va suzuvchi menyu.</a:t>
            </a:r>
          </a:p>
          <a:p/>
          <a:p>
            <a:r>
              <a:t>Darslar asl HTML taqdimot ko'rinishida: bosilganda keyingi qism ochiladi.</a:t>
            </a:r>
          </a:p>
          <a:p>
            <a:r>
              <a:t>To'liq ekran va telefonni yotqizish rejimi.</a:t>
            </a:r>
          </a:p>
          <a:p>
            <a:r>
              <a:t>Darslar ketma-ket: oldingi dars tugagach keyingisi darhol ochiladi.</a:t>
            </a:r>
          </a:p>
          <a:p>
            <a:r>
              <a:t>Har yangi slayd +1, dars +20, har video +30 ball.</a:t>
            </a:r>
          </a:p>
          <a:p>
            <a:r>
              <a:t>Bosh</a:t>
            </a:r>
          </a:p>
          <a:p>
            <a:r>
              <a:t>Darslar</a:t>
            </a:r>
          </a:p>
          <a:p>
            <a:r>
              <a:t>Dars: jonli taqdimot</a:t>
            </a:r>
          </a:p>
          <a:p>
            <a:r>
              <a:t>Mashq</a:t>
            </a:r>
          </a:p>
          <a:p>
            <a:r>
              <a:t>نُ</a:t>
            </a:r>
          </a:p>
          <a:p>
            <a:r>
              <a:t>Muhammadamin · Telegram ilova</a:t>
            </a:r>
          </a:p>
          <a:p>
            <a:r>
              <a:t>05 /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4-KO'RINISH</a:t>
            </a:r>
          </a:p>
          <a:p>
            <a:r>
              <a:t>Shisha · tungi</a:t>
            </a:r>
          </a:p>
          <a:p>
            <a:r>
              <a:t>Tasdiqlangan F dizayni</a:t>
            </a:r>
          </a:p>
          <a:p/>
          <a:p>
            <a:r>
              <a:t>Yashil-moviy gradient ustida shisha kartalar, oq CTA tugma, yorqin halqalar.</a:t>
            </a:r>
          </a:p>
          <a:p/>
          <a:p>
            <a:r>
              <a:t>Darslar asl HTML taqdimot ko'rinishida: bosilganda keyingi qism ochiladi.</a:t>
            </a:r>
          </a:p>
          <a:p>
            <a:r>
              <a:t>To'liq ekran va telefonni yotqizish rejimi.</a:t>
            </a:r>
          </a:p>
          <a:p>
            <a:r>
              <a:t>Darslar ketma-ket: oldingi dars tugagach keyingisi darhol ochiladi.</a:t>
            </a:r>
          </a:p>
          <a:p>
            <a:r>
              <a:t>Har yangi slayd +1, dars +20, har video +30 ball.</a:t>
            </a:r>
          </a:p>
          <a:p>
            <a:r>
              <a:t>Bosh</a:t>
            </a:r>
          </a:p>
          <a:p>
            <a:r>
              <a:t>Darslar</a:t>
            </a:r>
          </a:p>
          <a:p>
            <a:r>
              <a:t>Dars: jonli taqdimot</a:t>
            </a:r>
          </a:p>
          <a:p>
            <a:r>
              <a:t>Mashq</a:t>
            </a:r>
          </a:p>
          <a:p>
            <a:r>
              <a:t>نُ</a:t>
            </a:r>
          </a:p>
          <a:p>
            <a:r>
              <a:t>Muhammadamin · Telegram ilova</a:t>
            </a:r>
          </a:p>
          <a:p>
            <a:r>
              <a:t>06 /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TALABA ILOVASI</a:t>
            </a:r>
          </a:p>
          <a:p>
            <a:r>
              <a:t>Video, reyting va profil</a:t>
            </a:r>
          </a:p>
          <a:p/>
          <a:p>
            <a:r>
              <a:t>Video qolgan joyidan davom etadi, 90% ko'rilganda ball beriladi (har video uchun alohida). Reyting haftalik va umumiy. Profilda uslub, rejim, arabcha matn o'lchami va kunlik eslatma.</a:t>
            </a:r>
          </a:p>
          <a:p/>
          <a:p>
            <a:r>
              <a:t>Video dars</a:t>
            </a:r>
          </a:p>
          <a:p>
            <a:r>
              <a:t>Reyting</a:t>
            </a:r>
          </a:p>
          <a:p>
            <a:r>
              <a:t>Profil</a:t>
            </a:r>
          </a:p>
          <a:p>
            <a:r>
              <a:t>Uslub va rejim</a:t>
            </a:r>
          </a:p>
          <a:p>
            <a:r>
              <a:t>نُ</a:t>
            </a:r>
          </a:p>
          <a:p>
            <a:r>
              <a:t>Muhammadamin · Telegram ilova</a:t>
            </a:r>
          </a:p>
          <a:p>
            <a:r>
              <a:t>07 /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YANGI QOIDALAR</a:t>
            </a:r>
          </a:p>
          <a:p>
            <a:r>
              <a:t>Ketma-ket darslar va bir nechta video</a:t>
            </a:r>
          </a:p>
          <a:p>
            <a:r>
              <a:t>Dars qachon ochiladi?</a:t>
            </a:r>
          </a:p>
          <a:p/>
          <a:p>
            <a:r>
              <a:t>Ustoz ochgan bo'lsa VA oldingi dars tugatilgan bo'lsa. Yopiq darsni bosganda: "Avval 8-darsni tugating". Ustoz chegarasidan keyingilari: "Ustoz ochganda ochiladi".</a:t>
            </a:r>
          </a:p>
          <a:p/>
          <a:p>
            <a:r>
              <a:t>Qoidani server tekshiradi: yopiq darsning slaydi, videosi va mashqi qabul qilinmaydi.</a:t>
            </a:r>
          </a:p>
          <a:p>
            <a:r>
              <a:t>2-darsda 2 ta video ("Sifatning davomi" va darsning to'liq yozuvi), 3-darsda to'liq yozuv. Har video uchun alohida progress va ball.</a:t>
            </a:r>
          </a:p>
          <a:p>
            <a:r>
              <a:t>Kitob betlaridagi skaner belgisi ilova nusxasida tozalangan.</a:t>
            </a:r>
          </a:p>
          <a:p>
            <a:r>
              <a:t>Yopiq dars</a:t>
            </a:r>
          </a:p>
          <a:p>
            <a:r>
              <a:t>Qulf sababi</a:t>
            </a:r>
          </a:p>
          <a:p>
            <a:r>
              <a:t>Darsning videolari</a:t>
            </a:r>
          </a:p>
          <a:p>
            <a:r>
              <a:t>Video bo'limi</a:t>
            </a:r>
          </a:p>
          <a:p>
            <a:r>
              <a:t>نُ</a:t>
            </a:r>
          </a:p>
          <a:p>
            <a:r>
              <a:t>Muhammadamin · Telegram ilova</a:t>
            </a:r>
          </a:p>
          <a:p>
            <a:r>
              <a:t>08 /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MASHQ · 8-DARS TESTI</a:t>
            </a:r>
          </a:p>
          <a:p>
            <a:r>
              <a:t>Savoldan natijagacha</a:t>
            </a:r>
          </a:p>
          <a:p/>
          <a:p>
            <a:r>
              <a:t>Savollar va izohlar o'qituvchi materialidan aynan ko'chirilgan. Ballni server hisoblaydi: yangi eng yaxshi natija uchun 4 ball, birinchi to'liq natija uchun +10.</a:t>
            </a:r>
          </a:p>
          <a:p/>
          <a:p>
            <a:r>
              <a:t>1. Javobni tanlash</a:t>
            </a:r>
          </a:p>
          <a:p>
            <a:r>
              <a:t>2. To'g'ri javob</a:t>
            </a:r>
          </a:p>
          <a:p>
            <a:r>
              <a:t>3. Xato va izoh</a:t>
            </a:r>
          </a:p>
          <a:p>
            <a:r>
              <a:t>4. Natija</a:t>
            </a:r>
          </a:p>
          <a:p>
            <a:r>
              <a:t>نُ</a:t>
            </a:r>
          </a:p>
          <a:p>
            <a:r>
              <a:t>Muhammadamin · Telegram ilova</a:t>
            </a:r>
          </a:p>
          <a:p>
            <a:r>
              <a:t>09 /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XODIMLAR ILOVASI · BOSHQARUV</a:t>
            </a:r>
          </a:p>
          <a:p>
            <a:r>
              <a:t>Real ma'lumotlar bilan boshqaruv</a:t>
            </a:r>
          </a:p>
          <a:p/>
          <a:p>
            <a:r>
              <a:t>NOON UI: och fon, oq kartalar, har ekranda bitta to'q karta. Rol bo'yicha ochiladi: CEO hammasini ko'radi, Xodimlar bo'limi faqat CEO uchun.</a:t>
            </a:r>
          </a:p>
          <a:p/>
          <a:p>
            <a:r>
              <a:t>Bugun</a:t>
            </a:r>
          </a:p>
          <a:p>
            <a:r>
              <a:t>Kurs</a:t>
            </a:r>
          </a:p>
          <a:p>
            <a:r>
              <a:t>O'quvchilar</a:t>
            </a:r>
          </a:p>
          <a:p>
            <a:r>
              <a:t>Panellar</a:t>
            </a:r>
          </a:p>
          <a:p>
            <a:r>
              <a:t>Xodimlar</a:t>
            </a:r>
          </a:p>
          <a:p>
            <a:r>
              <a:t>نُ</a:t>
            </a:r>
          </a:p>
          <a:p>
            <a:r>
              <a:t>Muhammadamin · Telegram ilova</a:t>
            </a:r>
          </a:p>
          <a:p>
            <a:r>
              <a:t>10 /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XODIMLAR BOTI ICHIDA</a:t>
            </a:r>
          </a:p>
          <a:p>
            <a:r>
              <a:t>Demo panellar</a:t>
            </a:r>
          </a:p>
          <a:p/>
          <a:p>
            <a:r>
              <a:t>Avval tayyorlangan uchta panel xodimlar ilovasi ichida ochiladi. Ma'lumotlari namuna (demo), rolga qarab faqat kerakli panel ko'rinadi.</a:t>
            </a:r>
          </a:p>
          <a:p/>
          <a:p>
            <a:r>
              <a:t>ROL	OCHILADIGAN PANELLAR</a:t>
            </a:r>
          </a:p>
          <a:p>
            <a:r>
              <a:t>CEO	CEO, Admin, LMS, Ustoz</a:t>
            </a:r>
          </a:p>
          <a:p>
            <a:r>
              <a:t>Admin	Admin, LMS</a:t>
            </a:r>
          </a:p>
          <a:p>
            <a:r>
              <a:t>Ustoz	Ustoz, LMS</a:t>
            </a:r>
          </a:p>
          <a:p>
            <a:r>
              <a:t>Assistent	Assistent rejimi</a:t>
            </a:r>
          </a:p>
          <a:p>
            <a:r>
              <a:t>Har panel 12 soatlik imzoli havola bilan ochiladi; rol har so'rovda tekshiriladi.</a:t>
            </a:r>
          </a:p>
          <a:p>
            <a:r>
              <a:t>Telegram "Orqaga" tugmasi boshqaruv ekraniga qaytaradi.</a:t>
            </a:r>
          </a:p>
          <a:p>
            <a:r>
              <a:t>CEO paneli</a:t>
            </a:r>
          </a:p>
          <a:p>
            <a:r>
              <a:t>LMS rejimi</a:t>
            </a:r>
          </a:p>
          <a:p>
            <a:r>
              <a:t>Ustoz paneli</a:t>
            </a:r>
          </a:p>
          <a:p>
            <a:r>
              <a:t>نُ</a:t>
            </a:r>
          </a:p>
          <a:p>
            <a:r>
              <a:t>Muhammadamin · Telegram ilova</a:t>
            </a:r>
          </a:p>
          <a:p>
            <a:r>
              <a:t>11 /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QANDAY ISHLAYDI</a:t>
            </a:r>
          </a:p>
          <a:p>
            <a:r>
              <a:t>Bitta kompyuter, bitta dastur</a:t>
            </a:r>
          </a:p>
          <a:p/>
          <a:p>
            <a:r>
              <a:t>Hammasi shu kompyuterda bitta jarayon bo'lib ishlaydi. Tashqi server yoki to'lovli xizmat kerak emas.</a:t>
            </a:r>
          </a:p>
          <a:p/>
          <a:p>
            <a:r>
              <a:t>Shu kompyuter</a:t>
            </a:r>
          </a:p>
          <a:p>
            <a:r>
              <a:t>python server\main.py (orqa fonda)</a:t>
            </a:r>
          </a:p>
          <a:p>
            <a:r>
              <a:t>Veb server</a:t>
            </a:r>
          </a:p>
          <a:p>
            <a:r>
              <a:t>127.0.0.1:8790 · ilovalar, API, video</a:t>
            </a:r>
          </a:p>
          <a:p>
            <a:r>
              <a:t>Ma'lumotlar bazasi</a:t>
            </a:r>
          </a:p>
          <a:p>
            <a:r>
              <a:t>data\noon.db · ball, progress, xodimlar</a:t>
            </a:r>
          </a:p>
          <a:p>
            <a:r>
              <a:t>Talabalar boti</a:t>
            </a:r>
          </a:p>
          <a:p>
            <a:r>
              <a:t>/start, eslatma 19:00</a:t>
            </a:r>
          </a:p>
          <a:p>
            <a:r>
              <a:t>Xodimlar boti</a:t>
            </a:r>
          </a:p>
          <a:p>
            <a:r>
              <a:t>ulash, /taklif, /ochiq, hisobot 21:00</a:t>
            </a:r>
          </a:p>
          <a:p>
            <a:r>
              <a:t>Cloudflare tunnel</a:t>
            </a:r>
          </a:p>
          <a:p>
            <a:r>
              <a:t>har ishga tushishda yangi https://...trycloudflare.com manzil; botlar menyu tugmasi o'zi yangilanadi</a:t>
            </a:r>
          </a:p>
          <a:p>
            <a:r>
              <a:t>HTTPS</a:t>
            </a:r>
          </a:p>
          <a:p>
            <a:r>
              <a:t>Bot API</a:t>
            </a:r>
          </a:p>
          <a:p>
            <a:r>
              <a:t>Telegram</a:t>
            </a:r>
          </a:p>
          <a:p>
            <a:r>
              <a:t>ikkala bot, menyu tugmalari, xabarlar</a:t>
            </a:r>
          </a:p>
          <a:p>
            <a:r>
              <a:t>O'quvchi telefoni</a:t>
            </a:r>
          </a:p>
          <a:p>
            <a:r>
              <a:t>Talabalar boti orqali Mini App</a:t>
            </a:r>
          </a:p>
          <a:p>
            <a:r>
              <a:t>Xodim telefoni</a:t>
            </a:r>
          </a:p>
          <a:p>
            <a:r>
              <a:t>Xodimlar boti orqali Boshqaruv</a:t>
            </a:r>
          </a:p>
          <a:p>
            <a:r>
              <a:t>1</a:t>
            </a:r>
          </a:p>
          <a:p>
            <a:r>
              <a:t>O'quvchi botda "Darslarni ochish" ni bosadi.</a:t>
            </a:r>
          </a:p>
          <a:p>
            <a:r>
              <a:t>2</a:t>
            </a:r>
          </a:p>
          <a:p>
            <a:r>
              <a:t>Telegram Mini App ni tunnel manzilidan ochadi.</a:t>
            </a:r>
          </a:p>
          <a:p>
            <a:r>
              <a:t>3</a:t>
            </a:r>
          </a:p>
          <a:p>
            <a:r>
              <a:t>Ilova har harakatni serverga yuboradi; server tekshirib, ball yozadi.</a:t>
            </a:r>
          </a:p>
          <a:p>
            <a:r>
              <a:t>4</a:t>
            </a:r>
          </a:p>
          <a:p>
            <a:r>
              <a:t>Xodimlar ilovasi shu bazadan real statistikani ko'rsatadi.</a:t>
            </a:r>
          </a:p>
          <a:p>
            <a:r>
              <a:t>نُ</a:t>
            </a:r>
          </a:p>
          <a:p>
            <a:r>
              <a:t>Muhammadamin · Telegram ilova</a:t>
            </a:r>
          </a:p>
          <a:p>
            <a:r>
              <a:t>12 /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ISHGA TUSHIRISH</a:t>
            </a:r>
          </a:p>
          <a:p>
            <a:r>
              <a:t>Egasi uchun 6 qadam</a:t>
            </a:r>
          </a:p>
          <a:p/>
          <a:p>
            <a:r>
              <a:t>Tayyor .bat fayllar "Telegram ilova" papkasida. Batafsil yo'riqnoma: O'QI - ishga tushirish.txt</a:t>
            </a:r>
          </a:p>
          <a:p/>
          <a:p>
            <a:r>
              <a:t>1</a:t>
            </a:r>
          </a:p>
          <a:p>
            <a:r>
              <a:t>@BotFather</a:t>
            </a:r>
          </a:p>
          <a:p/>
          <a:p>
            <a:r>
              <a:t>Ikkita bot yarating: talabalar va xodimlar uchun. Ikki token oling.</a:t>
            </a:r>
          </a:p>
          <a:p/>
          <a:p>
            <a:r>
              <a:t>2</a:t>
            </a:r>
          </a:p>
          <a:p>
            <a:r>
              <a:t>1 - Tokenlarni kiritish</a:t>
            </a:r>
          </a:p>
          <a:p/>
          <a:p>
            <a:r>
              <a:t>Tokenlarni qo'ying (ekranda ko'rinmaydi). Dastur ikkala botni tekshiradi.</a:t>
            </a:r>
          </a:p>
          <a:p/>
          <a:p>
            <a:r>
              <a:t>3</a:t>
            </a:r>
          </a:p>
          <a:p>
            <a:r>
              <a:t>2 - Botlarni ishga tushirish</a:t>
            </a:r>
          </a:p>
          <a:p/>
          <a:p>
            <a:r>
              <a:t>1-2 daqiqada bot havolalari, Mini App manzili va ulash kodi chiqadi.</a:t>
            </a:r>
          </a:p>
          <a:p/>
          <a:p>
            <a:r>
              <a:t>4</a:t>
            </a:r>
          </a:p>
          <a:p>
            <a:r>
              <a:t>Ulash kodi</a:t>
            </a:r>
          </a:p>
          <a:p/>
          <a:p>
            <a:r>
              <a:t>6 xonali kodni xodimlar botiga yuboring — siz CEO bo'lasiz.</a:t>
            </a:r>
          </a:p>
          <a:p/>
          <a:p>
            <a:r>
              <a:t>5</a:t>
            </a:r>
          </a:p>
          <a:p>
            <a:r>
              <a:t>Takliflar</a:t>
            </a:r>
          </a:p>
          <a:p/>
          <a:p>
            <a:r>
              <a:t>/taklif admin | ustoz | assistent — bir martalik havola, 48 soat.</a:t>
            </a:r>
          </a:p>
          <a:p/>
          <a:p>
            <a:r>
              <a:t>6</a:t>
            </a:r>
          </a:p>
          <a:p>
            <a:r>
              <a:t>O'quvchilar</a:t>
            </a:r>
          </a:p>
          <a:p/>
          <a:p>
            <a:r>
              <a:t>Talabalar boti havolasini yuboring. Darslar ketma-ket ochiladi; /ochiq 12 — ustoz chegarasi.</a:t>
            </a:r>
          </a:p>
          <a:p/>
          <a:p>
            <a:r>
              <a:t>Esda tuting</a:t>
            </a:r>
          </a:p>
          <a:p/>
          <a:p>
            <a:r>
              <a:t>Kompyuter yoqiq va internetga ulangan bo'lishi kerak. Qayta yoqilgandan keyin "2 - Botlarni ishga tushirish" ni yana bosing. Tokenlarni hech kimga yubormang.</a:t>
            </a:r>
          </a:p>
          <a:p/>
          <a:p>
            <a:r>
              <a:t>3 - Botlarni to'xtatish</a:t>
            </a:r>
          </a:p>
          <a:p/>
          <a:p>
            <a:r>
              <a:t>Serverni va tunnelni to'xtatadi.</a:t>
            </a:r>
          </a:p>
          <a:p/>
          <a:p>
            <a:r>
              <a:t>4 - Holat</a:t>
            </a:r>
          </a:p>
          <a:p/>
          <a:p>
            <a:r>
              <a:t>Ishlayaptimi, havolalar, ulash kodi, oxirgi xato.</a:t>
            </a:r>
          </a:p>
          <a:p/>
          <a:p>
            <a:r>
              <a:t>نُ</a:t>
            </a:r>
          </a:p>
          <a:p>
            <a:r>
              <a:t>Muhammadamin · Telegram ilova</a:t>
            </a:r>
          </a:p>
          <a:p>
            <a:r>
              <a:t>13 /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